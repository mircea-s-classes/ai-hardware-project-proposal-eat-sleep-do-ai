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83" r:id="rId4"/>
    <p:sldId id="281" r:id="rId5"/>
    <p:sldId id="260" r:id="rId6"/>
    <p:sldId id="285" r:id="rId7"/>
    <p:sldId id="284" r:id="rId8"/>
    <p:sldId id="287" r:id="rId9"/>
    <p:sldId id="286" r:id="rId10"/>
    <p:sldId id="28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3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1733" autoAdjust="0"/>
  </p:normalViewPr>
  <p:slideViewPr>
    <p:cSldViewPr snapToGrid="0" showGuides="1">
      <p:cViewPr>
        <p:scale>
          <a:sx n="100" d="100"/>
          <a:sy n="100" d="100"/>
        </p:scale>
        <p:origin x="1262" y="-403"/>
      </p:cViewPr>
      <p:guideLst>
        <p:guide orient="horz" pos="2190"/>
        <p:guide pos="38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9C144-16E2-4290-A30B-3FE903B8726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C8406-8365-4786-AF83-18F1CE05137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Toward Efficient Large Language Model Deployment</a:t>
            </a:r>
            <a:endParaRPr lang="en-US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40810"/>
            <a:ext cx="9144000" cy="1316990"/>
          </a:xfrm>
        </p:spPr>
        <p:txBody>
          <a:bodyPr/>
          <a:lstStyle/>
          <a:p>
            <a:r>
              <a:rPr lang="en-US" altLang="zh-CN"/>
              <a:t>Group Name: Eat, Sleep, Do AI</a:t>
            </a:r>
            <a:endParaRPr lang="en-US" altLang="zh-CN"/>
          </a:p>
          <a:p>
            <a:r>
              <a:rPr lang="en-US" altLang="zh-CN"/>
              <a:t>Group Member: Liangtao Dai, Elton Jhang, Xinwei Li, Haonan Ke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Motivation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6725" y="1894205"/>
            <a:ext cx="7355205" cy="37833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048625" y="1998980"/>
            <a:ext cx="3939540" cy="3649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LLM is </a:t>
            </a:r>
            <a:r>
              <a:rPr lang="en-US" altLang="zh-CN" sz="2800" b="1" i="1"/>
              <a:t>expensive</a:t>
            </a:r>
            <a:r>
              <a:rPr lang="en-US" altLang="zh-CN" sz="2800"/>
              <a:t>!</a:t>
            </a:r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How can we efficient deploy LLM on resoure</a:t>
            </a:r>
            <a:endParaRPr lang="en-US" altLang="zh-CN" sz="2800"/>
          </a:p>
          <a:p>
            <a:r>
              <a:rPr lang="en-US" altLang="zh-CN" sz="2800"/>
              <a:t>limited platform?</a:t>
            </a:r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How can we let LLM cost less and inference fast?</a:t>
            </a:r>
            <a:endParaRPr lang="en-US" altLang="zh-CN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978" y="1315403"/>
            <a:ext cx="4259580" cy="2440305"/>
          </a:xfrm>
          <a:prstGeom prst="rect">
            <a:avLst/>
          </a:prstGeom>
        </p:spPr>
      </p:pic>
      <p:pic>
        <p:nvPicPr>
          <p:cNvPr id="5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928" y="1092518"/>
            <a:ext cx="5464810" cy="5219700"/>
          </a:xfrm>
          <a:prstGeom prst="rect">
            <a:avLst/>
          </a:prstGeom>
        </p:spPr>
      </p:pic>
      <p:cxnSp>
        <p:nvCxnSpPr>
          <p:cNvPr id="6" name="直接连接符 11"/>
          <p:cNvCxnSpPr/>
          <p:nvPr/>
        </p:nvCxnSpPr>
        <p:spPr>
          <a:xfrm>
            <a:off x="5720398" y="545783"/>
            <a:ext cx="10160" cy="5741035"/>
          </a:xfrm>
          <a:prstGeom prst="line">
            <a:avLst/>
          </a:prstGeom>
          <a:ln w="31750" cap="rnd">
            <a:solidFill>
              <a:srgbClr val="C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12"/>
          <p:cNvSpPr txBox="1"/>
          <p:nvPr/>
        </p:nvSpPr>
        <p:spPr>
          <a:xfrm>
            <a:off x="6810693" y="714693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/>
              <a:t>Machine Learning Compiler</a:t>
            </a:r>
            <a:endParaRPr lang="en-US" altLang="zh-CN" b="1"/>
          </a:p>
        </p:txBody>
      </p:sp>
      <p:sp>
        <p:nvSpPr>
          <p:cNvPr id="8" name="文本框 13"/>
          <p:cNvSpPr txBox="1"/>
          <p:nvPr/>
        </p:nvSpPr>
        <p:spPr>
          <a:xfrm>
            <a:off x="576263" y="762318"/>
            <a:ext cx="4913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/>
              <a:t>Efficient Machine Learning Algorithm </a:t>
            </a:r>
            <a:endParaRPr lang="en-US" altLang="zh-CN" b="1"/>
          </a:p>
        </p:txBody>
      </p:sp>
      <p:pic>
        <p:nvPicPr>
          <p:cNvPr id="9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98" y="3758883"/>
            <a:ext cx="4259580" cy="2420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Framework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altLang="zh-CN" dirty="0"/>
              <a:t>MLC LLM: Universal LLM Deployment Engine With ML Compilation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380" y="2417445"/>
            <a:ext cx="8142605" cy="30587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Compilation Flow of LLM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2455" y="1824355"/>
            <a:ext cx="4704715" cy="43491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305" y="1824355"/>
            <a:ext cx="3638550" cy="43491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Current Status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Be able to run the quantized LLM flow on NVIDIA RTX 4090.</a:t>
            </a:r>
            <a:endParaRPr lang="en-US" altLang="zh-CN"/>
          </a:p>
          <a:p>
            <a:r>
              <a:rPr lang="en-US" altLang="zh-CN"/>
              <a:t>Be able to construct a initial design space and get metrics.</a:t>
            </a:r>
            <a:endParaRPr lang="en-US" altLang="zh-CN"/>
          </a:p>
        </p:txBody>
      </p:sp>
      <p:pic>
        <p:nvPicPr>
          <p:cNvPr id="9" name="图片 8" descr="thumbnail_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230" y="3216275"/>
            <a:ext cx="5612765" cy="2547620"/>
          </a:xfrm>
          <a:prstGeom prst="rect">
            <a:avLst/>
          </a:prstGeom>
        </p:spPr>
      </p:pic>
      <p:pic>
        <p:nvPicPr>
          <p:cNvPr id="4" name="内容占位符 3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145" y="3118485"/>
            <a:ext cx="5290820" cy="26454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Future Plan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64360"/>
            <a:ext cx="10515600" cy="4312920"/>
          </a:xfrm>
        </p:spPr>
        <p:txBody>
          <a:bodyPr/>
          <a:p>
            <a:pPr marL="0" indent="0">
              <a:buNone/>
            </a:pPr>
            <a:r>
              <a:rPr lang="en-US" altLang="zh-CN" sz="2400" b="1"/>
              <a:t>1. Explore Different Quantization Algorithm</a:t>
            </a:r>
            <a:endParaRPr lang="en-US" altLang="zh-CN" sz="2400" b="1"/>
          </a:p>
          <a:p>
            <a:pPr marL="0" indent="0">
              <a:buNone/>
            </a:pPr>
            <a:r>
              <a:rPr lang="en-US" altLang="zh-CN" sz="2400" b="1"/>
              <a:t>2. Explore Different Parameter Candidates</a:t>
            </a:r>
            <a:endParaRPr lang="en-US" altLang="zh-CN" sz="2400" b="1"/>
          </a:p>
          <a:p>
            <a:pPr marL="0" indent="0">
              <a:buNone/>
            </a:pPr>
            <a:r>
              <a:rPr lang="en-US" altLang="zh-CN" sz="2400" b="1"/>
              <a:t>3. Efficient Searching Algorithm</a:t>
            </a:r>
            <a:endParaRPr lang="en-US" altLang="zh-CN" sz="2400" b="1"/>
          </a:p>
          <a:p>
            <a:endParaRPr lang="en-US" altLang="zh-CN" sz="24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1890" y="3580130"/>
            <a:ext cx="5340350" cy="31673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70" y="3686810"/>
            <a:ext cx="5189855" cy="27965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Team Member and Contribution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4205" y="2133600"/>
            <a:ext cx="10967720" cy="4043680"/>
          </a:xfrm>
        </p:spPr>
        <p:txBody>
          <a:bodyPr/>
          <a:p>
            <a:pPr marL="0" indent="0">
              <a:buNone/>
            </a:pPr>
            <a:r>
              <a:rPr lang="en-US" altLang="zh-CN"/>
              <a:t>Liangtao Dai: MLC-LLM, TVM Environmet Setup; Design Space Exploration.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Elton Jhang: Evaluation and analysis of compilation parameters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Xinwei Li: Quantization Analysis and Evaluation, Figures and tables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Haonan Ke: Quantization Algorithm Exploration</a:t>
            </a:r>
            <a:r>
              <a:rPr lang="en-US" altLang="zh-CN">
                <a:sym typeface="+mn-ea"/>
              </a:rPr>
              <a:t>, Figures and tables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endParaRPr lang="en-US" altLang="zh-CN" sz="6000"/>
          </a:p>
          <a:p>
            <a:pPr marL="0" indent="0" algn="ctr">
              <a:buNone/>
            </a:pPr>
            <a:r>
              <a:rPr lang="en-US" altLang="zh-CN" sz="6000"/>
              <a:t>Thanks!</a:t>
            </a:r>
            <a:endParaRPr lang="en-US" altLang="zh-CN"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985</Words>
  <Application>WPS 演示</Application>
  <PresentationFormat>Widescreen</PresentationFormat>
  <Paragraphs>49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WPS</vt:lpstr>
      <vt:lpstr>Toward Efficient Large Language Model Deployment</vt:lpstr>
      <vt:lpstr>PowerPoint 演示文稿</vt:lpstr>
      <vt:lpstr>PowerPoint 演示文稿</vt:lpstr>
      <vt:lpstr>Framework</vt:lpstr>
      <vt:lpstr>PowerPoint 演示文稿</vt:lpstr>
      <vt:lpstr>Motivation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Liangtao Dai</dc:creator>
  <cp:lastModifiedBy>戴良韬</cp:lastModifiedBy>
  <cp:revision>189</cp:revision>
  <dcterms:created xsi:type="dcterms:W3CDTF">2023-08-09T12:44:00Z</dcterms:created>
  <dcterms:modified xsi:type="dcterms:W3CDTF">2025-12-09T01:47:21Z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10FC6B76CD164342ABCC31F3FD19D42D_12</vt:lpwstr>
  </property>
</Properties>
</file>